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61358C"/>
                </a:solidFill>
              </a:defRPr>
            </a:pPr>
            <a:r>
              <a:t>Manual do Usuário — Sistema de Estoque de Farmácia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Guia objetivo de uso das funções do sistema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1. Acesso ao Sistema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Qualquer usuário cadastrado</a:t>
            </a:r>
          </a:p>
          <a:p>
            <a:pPr>
              <a:spcAft>
                <a:spcPts val="1000"/>
              </a:spcAft>
            </a:pPr>
            <a:r>
              <a:rPr sz="1500"/>
              <a:t>O acesso é feito por login e senha. Perfis operacionais (Atendente, Farmacêutico) selecionam a unidade de atuação logo após o login — essa escolha define quais dados a sessão pode ver e movimentar. O perfil Admin não seleciona unidade, pois cuida apenas da configuração do sistema.</a:t>
            </a:r>
          </a:p>
          <a:p>
            <a:pPr lvl="1"/>
            <a:r>
              <a:rPr sz="1400"/>
              <a:t>Acesse a página inicial do sistema e informe login e senha.</a:t>
            </a:r>
          </a:p>
          <a:p>
            <a:pPr lvl="1"/>
            <a:r>
              <a:rPr sz="1400"/>
              <a:t>Se solicitado, defina uma nova senha antes de continuar.</a:t>
            </a:r>
          </a:p>
          <a:p>
            <a:pPr lvl="1"/>
            <a:r>
              <a:rPr sz="1400"/>
              <a:t>Selecione a unidade de atuação da sessão (CAF ou uma unidade satélite), quando aplicável ao perfil.</a:t>
            </a:r>
          </a:p>
          <a:p>
            <a:pPr lvl="1"/>
            <a:r>
              <a:rPr sz="1400"/>
              <a:t>Use o botão "Trocar senha", no menu lateral, para alterá-la a qualquer momento.</a:t>
            </a:r>
          </a:p>
          <a:p>
            <a:pPr lvl="1"/>
            <a:r>
              <a:rPr sz="1400"/>
              <a:t>Use o botão "Sair" para encerrar a sessão com segurança.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2. Formulários Públicos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Qualquer colaborador, sem necessidade de login</a:t>
            </a:r>
          </a:p>
          <a:p>
            <a:pPr>
              <a:spcAft>
                <a:spcPts val="1000"/>
              </a:spcAft>
            </a:pPr>
            <a:r>
              <a:rPr sz="1500"/>
              <a:t>Dois formulários acessíveis sem login: devolução de medicamento não utilizado e registro de uso de carrinho de emergência (ou maleta/kit).</a:t>
            </a:r>
          </a:p>
          <a:p>
            <a:pPr lvl="1"/>
            <a:r>
              <a:rPr sz="1400"/>
              <a:t>Para devolver medicamento: escolha a unidade de destino, o medicamento e a quantidade, e confirme o registro.</a:t>
            </a:r>
          </a:p>
          <a:p>
            <a:pPr lvl="1"/>
            <a:r>
              <a:rPr sz="1400"/>
              <a:t>A devolução é confirmada pela unidade escolhida, que dá entrada do lote informando número e validade.</a:t>
            </a:r>
          </a:p>
          <a:p>
            <a:pPr lvl="1"/>
            <a:r>
              <a:rPr sz="1400"/>
              <a:t>Para registrar uso de carrinho de emergência: escolha o setor, o carrinho utilizado e os itens usados, e confirme.</a:t>
            </a:r>
          </a:p>
          <a:p>
            <a:pPr lvl="1"/>
            <a:r>
              <a:rPr sz="1400"/>
              <a:t>O registro dispara uma notificação para a farmácia responsável, que confirma a saída e a reposição do carrinho.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3. Estoque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Consulta conforme unidade ativa; Coordenador vê o consolidado de todas as unidades</a:t>
            </a:r>
          </a:p>
          <a:p>
            <a:pPr>
              <a:spcAft>
                <a:spcPts val="1000"/>
              </a:spcAft>
            </a:pPr>
            <a:r>
              <a:rPr sz="1500"/>
              <a:t>Tela inicial do sistema, com indicadores de estoque crítico, lotes vencendo, transferências pendentes e (para quem tem acesso financeiro) valor total em estoque. Lista todos os lotes disponíveis na unidade ativa da sessão.</a:t>
            </a:r>
          </a:p>
          <a:p>
            <a:pPr lvl="1"/>
            <a:r>
              <a:rPr sz="1400"/>
              <a:t>Consulte os indicadores no topo da tela para uma visão geral do estoque.</a:t>
            </a:r>
          </a:p>
          <a:p>
            <a:pPr lvl="1"/>
            <a:r>
              <a:rPr sz="1400"/>
              <a:t>Expanda os alertas de estoque crítico e de vencimento para ver o detalhamento.</a:t>
            </a:r>
          </a:p>
          <a:p>
            <a:pPr lvl="1"/>
            <a:r>
              <a:rPr sz="1400"/>
              <a:t>Use a busca para localizar um lote por medicamento ou número de lote.</a:t>
            </a:r>
          </a:p>
          <a:p>
            <a:pPr lvl="1"/>
            <a:r>
              <a:rPr sz="1400"/>
              <a:t>Consulte validade, quantidade e, se disponível, o valor unitário de cada lote.</a:t>
            </a:r>
          </a:p>
          <a:p>
            <a:pPr lvl="1"/>
            <a:r>
              <a:rPr sz="1400"/>
              <a:t>Usuários com a permissão correspondente podem editar o valor unitário de um lote diretamente na lista, informando o novo valor.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4. Entrada de Medicamentos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Conforme permissão de cadastro de entrada</a:t>
            </a:r>
          </a:p>
          <a:p>
            <a:pPr>
              <a:spcAft>
                <a:spcPts val="1000"/>
              </a:spcAft>
            </a:pPr>
            <a:r>
              <a:rPr sz="1500"/>
              <a:t>Registra o recebimento de medicamentos por compra, doação ou confirmação de devolução pendente, vinculado a uma nota fiscal quando aplicável.</a:t>
            </a:r>
          </a:p>
          <a:p>
            <a:pPr lvl="1"/>
            <a:r>
              <a:rPr sz="1400"/>
              <a:t>Informe a origem da entrada (compra, doação ou devolução) e os dados da nota fiscal, quando exigidos.</a:t>
            </a:r>
          </a:p>
          <a:p>
            <a:pPr lvl="1"/>
            <a:r>
              <a:rPr sz="1400"/>
              <a:t>Busque cada medicamento e informe lote, validade, quantidade e valor unitário.</a:t>
            </a:r>
          </a:p>
          <a:p>
            <a:pPr lvl="1"/>
            <a:r>
              <a:rPr sz="1400"/>
              <a:t>Confirme o registro para dar entrada dos lotes no estoque da unidade ativa.</a:t>
            </a:r>
          </a:p>
          <a:p>
            <a:pPr lvl="1"/>
            <a:r>
              <a:rPr sz="1400"/>
              <a:t>Consulte a aba de devoluções pendentes para confirmar devoluções registradas pelo formulário público.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5. Transferência entre Unidades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Farmacêutico e Coordenador</a:t>
            </a:r>
          </a:p>
          <a:p>
            <a:pPr>
              <a:spcAft>
                <a:spcPts val="1000"/>
              </a:spcAft>
            </a:pPr>
            <a:r>
              <a:rPr sz="1500"/>
              <a:t>Envia estoque diretamente da unidade ativa para outra unidade (ou devolve um carrinho de emergência para a unidade que o hospeda). A transferência já é registrada como concluída no momento do envio.</a:t>
            </a:r>
          </a:p>
          <a:p>
            <a:pPr lvl="1"/>
            <a:r>
              <a:rPr sz="1400"/>
              <a:t>Busque o lote a transferir e informe a quantidade.</a:t>
            </a:r>
          </a:p>
          <a:p>
            <a:pPr lvl="1"/>
            <a:r>
              <a:rPr sz="1400"/>
              <a:t>Selecione a unidade de destino.</a:t>
            </a:r>
          </a:p>
          <a:p>
            <a:pPr lvl="1"/>
            <a:r>
              <a:rPr sz="1400"/>
              <a:t>Confirme o envio — a transferência já sai confirmada, sem etapa de aceite pelo destino.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6. Ressuprimento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Solicitar: qualquer perfil operacional. Atender solicitações e configurar pontos de ressuprimento: CAF, Farmacêutico e Coordenador</a:t>
            </a:r>
          </a:p>
          <a:p>
            <a:pPr>
              <a:spcAft>
                <a:spcPts val="1000"/>
              </a:spcAft>
            </a:pPr>
            <a:r>
              <a:rPr sz="1500"/>
              <a:t>Fluxo em que a própria unidade solicita medicamento à CAF, diferente da Transferência (em que a CAF envia diretamente). Reúne também o acompanhamento das solicitações e o cadastro de quantidades mínimas de ressuprimento por medicamento e unidade.</a:t>
            </a:r>
          </a:p>
          <a:p>
            <a:pPr lvl="1"/>
            <a:r>
              <a:rPr sz="1400"/>
              <a:t>Na aba Solicitar, busque o medicamento e informe a quantidade desejada.</a:t>
            </a:r>
          </a:p>
          <a:p>
            <a:pPr lvl="1"/>
            <a:r>
              <a:rPr sz="1400"/>
              <a:t>Acompanhe o status das solicitações feitas pela própria unidade.</a:t>
            </a:r>
          </a:p>
          <a:p>
            <a:pPr lvl="1"/>
            <a:r>
              <a:rPr sz="1400"/>
              <a:t>Perfis com acesso à CAF podem visualizar e atender solicitações pendentes de outras unidades.</a:t>
            </a:r>
          </a:p>
          <a:p>
            <a:pPr lvl="1"/>
            <a:r>
              <a:rPr sz="1400"/>
              <a:t>Na aba Pontos de Ressuprimento, cadastre a quantidade padrão e mínima de cada medicamento por unidade.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7. Saída / Dispensação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Qualquer usuário autenticado</a:t>
            </a:r>
          </a:p>
          <a:p>
            <a:pPr>
              <a:spcAft>
                <a:spcPts val="1000"/>
              </a:spcAft>
            </a:pPr>
            <a:r>
              <a:rPr sz="1500"/>
              <a:t>Registra a dispensação de medicamento para uso interno. O sistema sugere automaticamente o lote com validade mais próxima (FEFO). Medicamentos controlados ou antimicrobianos exigem identificação do paciente.</a:t>
            </a:r>
          </a:p>
          <a:p>
            <a:pPr lvl="1"/>
            <a:r>
              <a:rPr sz="1400"/>
              <a:t>Busque o medicamento — o lote sugerido pela validade mais próxima aparece destacado.</a:t>
            </a:r>
          </a:p>
          <a:p>
            <a:pPr lvl="1"/>
            <a:r>
              <a:rPr sz="1400"/>
              <a:t>Informe a quantidade e o setor consumidor.</a:t>
            </a:r>
          </a:p>
          <a:p>
            <a:pPr lvl="1"/>
            <a:r>
              <a:rPr sz="1400"/>
              <a:t>Para medicamento controlado ou antimicrobiano, informe nome e prontuário do paciente.</a:t>
            </a:r>
          </a:p>
          <a:p>
            <a:pPr lvl="1"/>
            <a:r>
              <a:rPr sz="1400"/>
              <a:t>É possível adicionar mais de um medicamento à lista antes de confirmar.</a:t>
            </a:r>
          </a:p>
          <a:p>
            <a:pPr lvl="1"/>
            <a:r>
              <a:rPr sz="1400"/>
              <a:t>Confirme para registrar a saída de todos os itens da lista.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8. Saída Externa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Qualquer usuário autenticado</a:t>
            </a:r>
          </a:p>
          <a:p>
            <a:pPr>
              <a:spcAft>
                <a:spcPts val="1000"/>
              </a:spcAft>
            </a:pPr>
            <a:r>
              <a:rPr sz="1500"/>
              <a:t>Registra a saída de medicamento para fora do hospital — empréstimo, doação, permuta ou baixa por vencimento — separada da dispensação interna e sem dados de paciente.</a:t>
            </a:r>
          </a:p>
          <a:p>
            <a:pPr lvl="1"/>
            <a:r>
              <a:rPr sz="1400"/>
              <a:t>Escolha a categoria da saída: empréstimo, doação, permuta ou vencimento.</a:t>
            </a:r>
          </a:p>
          <a:p>
            <a:pPr lvl="1"/>
            <a:r>
              <a:rPr sz="1400"/>
              <a:t>Informe o destino externo e, se aplicável, o destinatário.</a:t>
            </a:r>
          </a:p>
          <a:p>
            <a:pPr lvl="1"/>
            <a:r>
              <a:rPr sz="1400"/>
              <a:t>Busque cada medicamento e adicione à lista, com o lote sugerido por validade.</a:t>
            </a:r>
          </a:p>
          <a:p>
            <a:pPr lvl="1"/>
            <a:r>
              <a:rPr sz="1400"/>
              <a:t>Confirme para registrar a saída de todos os itens.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9. Carrinhos de Emergência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Repor: unidade que hospeda o carrinho, ou a CAF (qualquer carrinho). Confirmar solicitações: qualquer perfil operacional</a:t>
            </a:r>
          </a:p>
          <a:p>
            <a:pPr>
              <a:spcAft>
                <a:spcPts val="1000"/>
              </a:spcAft>
            </a:pPr>
            <a:r>
              <a:rPr sz="1500"/>
              <a:t>Gerencia a reposição de carrinhos de emergência, maletas e kits, a partir do estoque da unidade ativa da sessão.</a:t>
            </a:r>
          </a:p>
          <a:p>
            <a:pPr lvl="1"/>
            <a:r>
              <a:rPr sz="1400"/>
              <a:t>Na aba Repor Carrinho, busque o lote de origem e informe a quantidade.</a:t>
            </a:r>
          </a:p>
          <a:p>
            <a:pPr lvl="1"/>
            <a:r>
              <a:rPr sz="1400"/>
              <a:t>Selecione o carrinho de destino.</a:t>
            </a:r>
          </a:p>
          <a:p>
            <a:pPr lvl="1"/>
            <a:r>
              <a:rPr sz="1400"/>
              <a:t>Confirme para repor o carrinho — o lote já sai como recebido no destino.</a:t>
            </a:r>
          </a:p>
          <a:p>
            <a:pPr lvl="1"/>
            <a:r>
              <a:rPr sz="1400"/>
              <a:t>Na aba Solicitações de Ressuprimento, confirme os registros feitos pelo formulário público de uso de carrinho.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10. Ajuste de Estoque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Ajuste de saldo: conforme permissão de ajuste de estoque. Correção de valor e de dados do lote: permissão específica de correção de valor</a:t>
            </a:r>
          </a:p>
          <a:p>
            <a:pPr>
              <a:spcAft>
                <a:spcPts val="1000"/>
              </a:spcAft>
            </a:pPr>
            <a:r>
              <a:rPr sz="1500"/>
              <a:t>Corrige o saldo de um lote fora dos fluxos normais (após uma contagem física, por exemplo), o valor unitário pago por um lote, ou o número/validade de um lote lançado com erro.</a:t>
            </a:r>
          </a:p>
          <a:p>
            <a:pPr lvl="1"/>
            <a:r>
              <a:rPr sz="1400"/>
              <a:t>Para corrigir saldo: busque o lote, informe a quantidade correta encontrada na contagem e o motivo.</a:t>
            </a:r>
          </a:p>
          <a:p>
            <a:pPr lvl="1"/>
            <a:r>
              <a:rPr sz="1400"/>
              <a:t>Para corrigir valor unitário: busque o lote, informe o novo valor e o motivo.</a:t>
            </a:r>
          </a:p>
          <a:p>
            <a:pPr lvl="1"/>
            <a:r>
              <a:rPr sz="1400"/>
              <a:t>Para corrigir número de lote ou validade: busque o lote e informe os dados corretos e o motivo.</a:t>
            </a:r>
          </a:p>
          <a:p>
            <a:pPr lvl="1"/>
            <a:r>
              <a:rPr sz="1400"/>
              <a:t>Todas as correções ficam registradas na trilha de auditoria, com motivo obrigatório.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11. Minhas Ações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Qualquer usuário autenticado, apenas para os próprios registros</a:t>
            </a:r>
          </a:p>
          <a:p>
            <a:pPr>
              <a:spcAft>
                <a:spcPts val="1000"/>
              </a:spcAft>
            </a:pPr>
            <a:r>
              <a:rPr sz="1500"/>
              <a:t>Histórico pessoal de tudo o que o usuário logado registrou no sistema, com opção de autocorreção de alguns dados sem depender de outro perfil.</a:t>
            </a:r>
          </a:p>
          <a:p>
            <a:pPr lvl="1"/>
            <a:r>
              <a:rPr sz="1400"/>
              <a:t>Filtre o histórico por tipo de movimentação e período.</a:t>
            </a:r>
          </a:p>
          <a:p>
            <a:pPr lvl="1"/>
            <a:r>
              <a:rPr sz="1400"/>
              <a:t>Consulte os detalhes de cada registro feito pelo próprio usuário.</a:t>
            </a:r>
          </a:p>
          <a:p>
            <a:pPr lvl="1"/>
            <a:r>
              <a:rPr sz="1400"/>
              <a:t>Corrija o setor ou os dados de paciente de uma saída própria, quando necessário.</a:t>
            </a:r>
          </a:p>
          <a:p>
            <a:pPr lvl="1"/>
            <a:r>
              <a:rPr sz="1400"/>
              <a:t>Corrija o número da nota fiscal ou do AFM de uma entrada própria, quando necessário.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12. Medicamentos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Farmacêutico e Coordenador</a:t>
            </a:r>
          </a:p>
          <a:p>
            <a:pPr>
              <a:spcAft>
                <a:spcPts val="1000"/>
              </a:spcAft>
            </a:pPr>
            <a:r>
              <a:rPr sz="1500"/>
              <a:t>Cadastro base de medicamentos, usado nas buscas de todas as demais telas. Um medicamento nunca é excluído — apenas desativado, preservando o histórico de lotes já registrados com ele.</a:t>
            </a:r>
          </a:p>
          <a:p>
            <a:pPr lvl="1"/>
            <a:r>
              <a:rPr sz="1400"/>
              <a:t>Cadastre um novo medicamento informando nome, apresentação e, opcionalmente, concentração, fabricante, acondicionamento e estoque mínimo.</a:t>
            </a:r>
          </a:p>
          <a:p>
            <a:pPr lvl="1"/>
            <a:r>
              <a:rPr sz="1400"/>
              <a:t>Marque "É antimicrobiano" ou "É controlado" quando aplicável — isso passa a exigir paciente/prontuário na Saída.</a:t>
            </a:r>
          </a:p>
          <a:p>
            <a:pPr lvl="1"/>
            <a:r>
              <a:rPr sz="1400"/>
              <a:t>Edite os dados de um medicamento existente conforme necessário.</a:t>
            </a:r>
          </a:p>
          <a:p>
            <a:pPr lvl="1"/>
            <a:r>
              <a:rPr sz="1400"/>
              <a:t>Desative um medicamento que não deve mais ser usado em novos lançamentos.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13. Relatórios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Consulta variável por perfil — relatórios financeiros exigem acesso financeiro; auditoria é exclusiva do Coordenador</a:t>
            </a:r>
          </a:p>
          <a:p>
            <a:pPr>
              <a:spcAft>
                <a:spcPts val="1000"/>
              </a:spcAft>
            </a:pPr>
            <a:r>
              <a:rPr sz="1500"/>
              <a:t>Reúne os relatórios do sistema, com prévia em tela e exportação em PDF ou Excel: Consolidado Geral, Custo por Setor, Consumo de Medicamentos, Rastreabilidade e Movimentação de Transferências, Trilha de Auditoria, Relatório Geral de Movimentações, Vencimentos Próximos, Estoque Crítico, Antimicrobianos e Controlados.</a:t>
            </a:r>
          </a:p>
          <a:p>
            <a:pPr lvl="1"/>
            <a:r>
              <a:rPr sz="1400"/>
              <a:t>Escolha o relatório desejado nas abas superiores.</a:t>
            </a:r>
          </a:p>
          <a:p>
            <a:pPr lvl="1"/>
            <a:r>
              <a:rPr sz="1400"/>
              <a:t>Ajuste os filtros disponíveis (período, unidade, categoria, entre outros).</a:t>
            </a:r>
          </a:p>
          <a:p>
            <a:pPr lvl="1"/>
            <a:r>
              <a:rPr sz="1400"/>
              <a:t>Consulte a prévia diretamente na tela.</a:t>
            </a:r>
          </a:p>
          <a:p>
            <a:pPr lvl="1"/>
            <a:r>
              <a:rPr sz="1400"/>
              <a:t>Use os botões "Exportar PDF" ou "Exportar Excel" para baixar o relatório.</a:t>
            </a:r>
          </a:p>
          <a:p>
            <a:pPr lvl="1"/>
            <a:r>
              <a:rPr sz="1400"/>
              <a:t>O Relatório Geral de Movimentações mostra nome e prontuário do paciente apenas para Farmacêutico e Coordenador.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14. Usuários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Coordenador</a:t>
            </a:r>
          </a:p>
          <a:p>
            <a:pPr>
              <a:spcAft>
                <a:spcPts val="1000"/>
              </a:spcAft>
            </a:pPr>
            <a:r>
              <a:rPr sz="1500"/>
              <a:t>Cadastro dos logins que acessam o sistema. Um usuário nunca é excluído — ao ser desligado, é apenas desativado, preservando o histórico de movimentações já registradas por ele.</a:t>
            </a:r>
          </a:p>
          <a:p>
            <a:pPr lvl="1"/>
            <a:r>
              <a:rPr sz="1400"/>
              <a:t>Acesse Usuários para ver a lista de logins cadastrados.</a:t>
            </a:r>
          </a:p>
          <a:p>
            <a:pPr lvl="1"/>
            <a:r>
              <a:rPr sz="1400"/>
              <a:t>Cadastre um novo usuário informando nome, login, senha inicial e perfil.</a:t>
            </a:r>
          </a:p>
          <a:p>
            <a:pPr lvl="1"/>
            <a:r>
              <a:rPr sz="1400"/>
              <a:t>Edite o nome, o perfil ou redefina a senha de um usuário existente.</a:t>
            </a:r>
          </a:p>
          <a:p>
            <a:pPr lvl="1"/>
            <a:r>
              <a:rPr sz="1400"/>
              <a:t>Desative um usuário que não deve mais acessar o sistema.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15. Permissões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Exclusivo do Admin</a:t>
            </a:r>
          </a:p>
          <a:p>
            <a:pPr>
              <a:spcAft>
                <a:spcPts val="1000"/>
              </a:spcAft>
            </a:pPr>
            <a:r>
              <a:rPr sz="1500"/>
              <a:t>Define o que os perfis Atendente e Farmacêutico podem fazer além do uso básico do sistema, por meio de uma matriz configurável de ações. O Coordenador sempre tem acesso completo, como o Admin.</a:t>
            </a:r>
          </a:p>
          <a:p>
            <a:pPr lvl="1"/>
            <a:r>
              <a:rPr sz="1400"/>
              <a:t>Acesse Permissões para ver a matriz de ações por perfil.</a:t>
            </a:r>
          </a:p>
          <a:p>
            <a:pPr lvl="1"/>
            <a:r>
              <a:rPr sz="1400"/>
              <a:t>Marque ou desmarque cada ação para liberar ou restringir o acesso.</a:t>
            </a:r>
          </a:p>
          <a:p>
            <a:pPr lvl="1"/>
            <a:r>
              <a:rPr sz="1400"/>
              <a:t>Salve as alterações para aplicá-las imediatamente.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61358C"/>
                </a:solidFill>
              </a:defRPr>
            </a:pPr>
            <a:r>
              <a:t>16. Logs de Erro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i="1" sz="1400">
                <a:solidFill>
                  <a:srgbClr val="555555"/>
                </a:solidFill>
              </a:rPr>
              <a:t>Quem pode usar: Exclusivo do Admin</a:t>
            </a:r>
          </a:p>
          <a:p>
            <a:pPr>
              <a:spcAft>
                <a:spcPts val="1000"/>
              </a:spcAft>
            </a:pPr>
            <a:r>
              <a:rPr sz="1500"/>
              <a:t>Lista os eventos de erro registrados pelo sistema, mais recentes primeiro, para acompanhamento técnico e identificação de falhas.</a:t>
            </a:r>
          </a:p>
          <a:p>
            <a:pPr lvl="1"/>
            <a:r>
              <a:rPr sz="1400"/>
              <a:t>Acesse Logs de Erro e escolha o período desejado (em dias).</a:t>
            </a:r>
          </a:p>
          <a:p>
            <a:pPr lvl="1"/>
            <a:r>
              <a:rPr sz="1400"/>
              <a:t>Marque "Mostrar ruído" para incluir também mensagens rotineiras de início e parada do serviço.</a:t>
            </a:r>
          </a:p>
          <a:p>
            <a:pPr lvl="1"/>
            <a:r>
              <a:rPr sz="1400"/>
              <a:t>Clique em um evento da lista para ver o detalhe completo do erro.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